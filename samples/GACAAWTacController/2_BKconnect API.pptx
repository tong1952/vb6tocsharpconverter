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6" r:id="rId3"/>
    <p:sldId id="257" r:id="rId4"/>
    <p:sldId id="258" r:id="rId5"/>
    <p:sldId id="259" r:id="rId6"/>
    <p:sldId id="260"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AC476-6A30-4C3A-BF6E-06173780DA91}"/>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AA15AD98-0335-4F97-A32A-E3ADC9416C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CF7B7EDC-8269-418A-B803-CDA0179C7EA6}"/>
              </a:ext>
            </a:extLst>
          </p:cNvPr>
          <p:cNvSpPr>
            <a:spLocks noGrp="1"/>
          </p:cNvSpPr>
          <p:nvPr>
            <p:ph type="dt" sz="half" idx="10"/>
          </p:nvPr>
        </p:nvSpPr>
        <p:spPr/>
        <p:txBody>
          <a:bodyPr/>
          <a:lstStyle/>
          <a:p>
            <a:fld id="{83F12C75-B7B1-4F30-BAD4-9B85B4CAFCE4}" type="datetimeFigureOut">
              <a:rPr lang="zh-CN" altLang="en-US" smtClean="0"/>
              <a:t>2020/6/29</a:t>
            </a:fld>
            <a:endParaRPr lang="zh-CN" altLang="en-US"/>
          </a:p>
        </p:txBody>
      </p:sp>
      <p:sp>
        <p:nvSpPr>
          <p:cNvPr id="5" name="Footer Placeholder 4">
            <a:extLst>
              <a:ext uri="{FF2B5EF4-FFF2-40B4-BE49-F238E27FC236}">
                <a16:creationId xmlns:a16="http://schemas.microsoft.com/office/drawing/2014/main" id="{9173339C-6067-4491-8546-CECE4912DAF9}"/>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D24EFFAA-FEED-417A-8517-D48F8C88BCFF}"/>
              </a:ext>
            </a:extLst>
          </p:cNvPr>
          <p:cNvSpPr>
            <a:spLocks noGrp="1"/>
          </p:cNvSpPr>
          <p:nvPr>
            <p:ph type="sldNum" sz="quarter" idx="12"/>
          </p:nvPr>
        </p:nvSpPr>
        <p:spPr/>
        <p:txBody>
          <a:bodyPr/>
          <a:lstStyle/>
          <a:p>
            <a:fld id="{E916F53B-86EC-46F0-9BF9-7AEFC7E4C138}" type="slidenum">
              <a:rPr lang="zh-CN" altLang="en-US" smtClean="0"/>
              <a:t>‹#›</a:t>
            </a:fld>
            <a:endParaRPr lang="zh-CN" altLang="en-US"/>
          </a:p>
        </p:txBody>
      </p:sp>
    </p:spTree>
    <p:extLst>
      <p:ext uri="{BB962C8B-B14F-4D97-AF65-F5344CB8AC3E}">
        <p14:creationId xmlns:p14="http://schemas.microsoft.com/office/powerpoint/2010/main" val="3181195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87EDC-2C68-4375-B282-400C7E56498B}"/>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6099743A-A9B8-4C81-92D0-5BDC63FD94B8}"/>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F9F49349-7206-4DDF-956F-BAAA05254E93}"/>
              </a:ext>
            </a:extLst>
          </p:cNvPr>
          <p:cNvSpPr>
            <a:spLocks noGrp="1"/>
          </p:cNvSpPr>
          <p:nvPr>
            <p:ph type="dt" sz="half" idx="10"/>
          </p:nvPr>
        </p:nvSpPr>
        <p:spPr/>
        <p:txBody>
          <a:bodyPr/>
          <a:lstStyle/>
          <a:p>
            <a:fld id="{83F12C75-B7B1-4F30-BAD4-9B85B4CAFCE4}" type="datetimeFigureOut">
              <a:rPr lang="zh-CN" altLang="en-US" smtClean="0"/>
              <a:t>2020/6/29</a:t>
            </a:fld>
            <a:endParaRPr lang="zh-CN" altLang="en-US"/>
          </a:p>
        </p:txBody>
      </p:sp>
      <p:sp>
        <p:nvSpPr>
          <p:cNvPr id="5" name="Footer Placeholder 4">
            <a:extLst>
              <a:ext uri="{FF2B5EF4-FFF2-40B4-BE49-F238E27FC236}">
                <a16:creationId xmlns:a16="http://schemas.microsoft.com/office/drawing/2014/main" id="{F66450EA-CC91-47AA-AE9D-201986B5B11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85C6AE67-F803-423E-BACF-3C553043BBF1}"/>
              </a:ext>
            </a:extLst>
          </p:cNvPr>
          <p:cNvSpPr>
            <a:spLocks noGrp="1"/>
          </p:cNvSpPr>
          <p:nvPr>
            <p:ph type="sldNum" sz="quarter" idx="12"/>
          </p:nvPr>
        </p:nvSpPr>
        <p:spPr/>
        <p:txBody>
          <a:bodyPr/>
          <a:lstStyle/>
          <a:p>
            <a:fld id="{E916F53B-86EC-46F0-9BF9-7AEFC7E4C138}" type="slidenum">
              <a:rPr lang="zh-CN" altLang="en-US" smtClean="0"/>
              <a:t>‹#›</a:t>
            </a:fld>
            <a:endParaRPr lang="zh-CN" altLang="en-US"/>
          </a:p>
        </p:txBody>
      </p:sp>
    </p:spTree>
    <p:extLst>
      <p:ext uri="{BB962C8B-B14F-4D97-AF65-F5344CB8AC3E}">
        <p14:creationId xmlns:p14="http://schemas.microsoft.com/office/powerpoint/2010/main" val="4244120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919AE-3E87-4575-831D-2F86C46C9C07}"/>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2E357DF0-F452-43B5-9B2C-772A77B34A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AEE17D59-1133-44BA-8823-0EAEA116B15D}"/>
              </a:ext>
            </a:extLst>
          </p:cNvPr>
          <p:cNvSpPr>
            <a:spLocks noGrp="1"/>
          </p:cNvSpPr>
          <p:nvPr>
            <p:ph type="dt" sz="half" idx="10"/>
          </p:nvPr>
        </p:nvSpPr>
        <p:spPr/>
        <p:txBody>
          <a:bodyPr/>
          <a:lstStyle/>
          <a:p>
            <a:fld id="{83F12C75-B7B1-4F30-BAD4-9B85B4CAFCE4}" type="datetimeFigureOut">
              <a:rPr lang="zh-CN" altLang="en-US" smtClean="0"/>
              <a:t>2020/6/29</a:t>
            </a:fld>
            <a:endParaRPr lang="zh-CN" altLang="en-US"/>
          </a:p>
        </p:txBody>
      </p:sp>
      <p:sp>
        <p:nvSpPr>
          <p:cNvPr id="5" name="Footer Placeholder 4">
            <a:extLst>
              <a:ext uri="{FF2B5EF4-FFF2-40B4-BE49-F238E27FC236}">
                <a16:creationId xmlns:a16="http://schemas.microsoft.com/office/drawing/2014/main" id="{D8202A88-3C8B-42AF-AF93-1D2B1D2EF910}"/>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1CF9CBC2-6D51-4C72-BF37-0E7A30D4FC5E}"/>
              </a:ext>
            </a:extLst>
          </p:cNvPr>
          <p:cNvSpPr>
            <a:spLocks noGrp="1"/>
          </p:cNvSpPr>
          <p:nvPr>
            <p:ph type="sldNum" sz="quarter" idx="12"/>
          </p:nvPr>
        </p:nvSpPr>
        <p:spPr/>
        <p:txBody>
          <a:bodyPr/>
          <a:lstStyle/>
          <a:p>
            <a:fld id="{E916F53B-86EC-46F0-9BF9-7AEFC7E4C138}" type="slidenum">
              <a:rPr lang="zh-CN" altLang="en-US" smtClean="0"/>
              <a:t>‹#›</a:t>
            </a:fld>
            <a:endParaRPr lang="zh-CN" altLang="en-US"/>
          </a:p>
        </p:txBody>
      </p:sp>
    </p:spTree>
    <p:extLst>
      <p:ext uri="{BB962C8B-B14F-4D97-AF65-F5344CB8AC3E}">
        <p14:creationId xmlns:p14="http://schemas.microsoft.com/office/powerpoint/2010/main" val="221157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A1018-54CA-4DE3-AC2A-D7BC2998E8FB}"/>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958DBC52-A133-40CC-8CD5-1D330CBA5970}"/>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283790A3-A0EF-419C-9278-1E98D4DBEBDE}"/>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21D977C6-BCA0-4F0E-B2BC-FAC5971C6A80}"/>
              </a:ext>
            </a:extLst>
          </p:cNvPr>
          <p:cNvSpPr>
            <a:spLocks noGrp="1"/>
          </p:cNvSpPr>
          <p:nvPr>
            <p:ph type="dt" sz="half" idx="10"/>
          </p:nvPr>
        </p:nvSpPr>
        <p:spPr/>
        <p:txBody>
          <a:bodyPr/>
          <a:lstStyle/>
          <a:p>
            <a:fld id="{83F12C75-B7B1-4F30-BAD4-9B85B4CAFCE4}" type="datetimeFigureOut">
              <a:rPr lang="zh-CN" altLang="en-US" smtClean="0"/>
              <a:t>2020/6/29</a:t>
            </a:fld>
            <a:endParaRPr lang="zh-CN" altLang="en-US"/>
          </a:p>
        </p:txBody>
      </p:sp>
      <p:sp>
        <p:nvSpPr>
          <p:cNvPr id="6" name="Footer Placeholder 5">
            <a:extLst>
              <a:ext uri="{FF2B5EF4-FFF2-40B4-BE49-F238E27FC236}">
                <a16:creationId xmlns:a16="http://schemas.microsoft.com/office/drawing/2014/main" id="{3E6895FF-D559-41C0-9409-A9B0F623F293}"/>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756A01C4-50E3-4D5B-88FF-6272D66AF4D1}"/>
              </a:ext>
            </a:extLst>
          </p:cNvPr>
          <p:cNvSpPr>
            <a:spLocks noGrp="1"/>
          </p:cNvSpPr>
          <p:nvPr>
            <p:ph type="sldNum" sz="quarter" idx="12"/>
          </p:nvPr>
        </p:nvSpPr>
        <p:spPr/>
        <p:txBody>
          <a:bodyPr/>
          <a:lstStyle/>
          <a:p>
            <a:fld id="{E916F53B-86EC-46F0-9BF9-7AEFC7E4C138}" type="slidenum">
              <a:rPr lang="zh-CN" altLang="en-US" smtClean="0"/>
              <a:t>‹#›</a:t>
            </a:fld>
            <a:endParaRPr lang="zh-CN" altLang="en-US"/>
          </a:p>
        </p:txBody>
      </p:sp>
    </p:spTree>
    <p:extLst>
      <p:ext uri="{BB962C8B-B14F-4D97-AF65-F5344CB8AC3E}">
        <p14:creationId xmlns:p14="http://schemas.microsoft.com/office/powerpoint/2010/main" val="2016226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0D858-3227-4FD4-8F34-2298DF02CA48}"/>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81F37C07-D46F-4BFB-9522-9E75FE4F23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465962CC-7D52-4916-8A7F-D478F1319FB4}"/>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9459E525-01DC-4861-BF2B-21B0035A7A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6B1362F0-C562-4610-BCBA-787A98C77754}"/>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0C2F818B-386C-4133-8FB3-619237DB2C44}"/>
              </a:ext>
            </a:extLst>
          </p:cNvPr>
          <p:cNvSpPr>
            <a:spLocks noGrp="1"/>
          </p:cNvSpPr>
          <p:nvPr>
            <p:ph type="dt" sz="half" idx="10"/>
          </p:nvPr>
        </p:nvSpPr>
        <p:spPr/>
        <p:txBody>
          <a:bodyPr/>
          <a:lstStyle/>
          <a:p>
            <a:fld id="{83F12C75-B7B1-4F30-BAD4-9B85B4CAFCE4}" type="datetimeFigureOut">
              <a:rPr lang="zh-CN" altLang="en-US" smtClean="0"/>
              <a:t>2020/6/29</a:t>
            </a:fld>
            <a:endParaRPr lang="zh-CN" altLang="en-US"/>
          </a:p>
        </p:txBody>
      </p:sp>
      <p:sp>
        <p:nvSpPr>
          <p:cNvPr id="8" name="Footer Placeholder 7">
            <a:extLst>
              <a:ext uri="{FF2B5EF4-FFF2-40B4-BE49-F238E27FC236}">
                <a16:creationId xmlns:a16="http://schemas.microsoft.com/office/drawing/2014/main" id="{7E2A08F2-86F6-4614-8597-4CEFEA447EA0}"/>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AF068DDA-7C4E-41C7-94C1-A7C50B99B6DC}"/>
              </a:ext>
            </a:extLst>
          </p:cNvPr>
          <p:cNvSpPr>
            <a:spLocks noGrp="1"/>
          </p:cNvSpPr>
          <p:nvPr>
            <p:ph type="sldNum" sz="quarter" idx="12"/>
          </p:nvPr>
        </p:nvSpPr>
        <p:spPr/>
        <p:txBody>
          <a:bodyPr/>
          <a:lstStyle/>
          <a:p>
            <a:fld id="{E916F53B-86EC-46F0-9BF9-7AEFC7E4C138}" type="slidenum">
              <a:rPr lang="zh-CN" altLang="en-US" smtClean="0"/>
              <a:t>‹#›</a:t>
            </a:fld>
            <a:endParaRPr lang="zh-CN" altLang="en-US"/>
          </a:p>
        </p:txBody>
      </p:sp>
    </p:spTree>
    <p:extLst>
      <p:ext uri="{BB962C8B-B14F-4D97-AF65-F5344CB8AC3E}">
        <p14:creationId xmlns:p14="http://schemas.microsoft.com/office/powerpoint/2010/main" val="2159030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214AF-E1B5-4B08-A1AD-A39A22F23A06}"/>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FC4CD8C3-3979-454D-AC27-EC20D3FEE0E2}"/>
              </a:ext>
            </a:extLst>
          </p:cNvPr>
          <p:cNvSpPr>
            <a:spLocks noGrp="1"/>
          </p:cNvSpPr>
          <p:nvPr>
            <p:ph type="dt" sz="half" idx="10"/>
          </p:nvPr>
        </p:nvSpPr>
        <p:spPr/>
        <p:txBody>
          <a:bodyPr/>
          <a:lstStyle/>
          <a:p>
            <a:fld id="{83F12C75-B7B1-4F30-BAD4-9B85B4CAFCE4}" type="datetimeFigureOut">
              <a:rPr lang="zh-CN" altLang="en-US" smtClean="0"/>
              <a:t>2020/6/29</a:t>
            </a:fld>
            <a:endParaRPr lang="zh-CN" altLang="en-US"/>
          </a:p>
        </p:txBody>
      </p:sp>
      <p:sp>
        <p:nvSpPr>
          <p:cNvPr id="4" name="Footer Placeholder 3">
            <a:extLst>
              <a:ext uri="{FF2B5EF4-FFF2-40B4-BE49-F238E27FC236}">
                <a16:creationId xmlns:a16="http://schemas.microsoft.com/office/drawing/2014/main" id="{B262BE6C-A42C-4D3A-84C0-C0271B97FBAD}"/>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54F33F43-B3DA-4B56-9F3C-018A894E84F7}"/>
              </a:ext>
            </a:extLst>
          </p:cNvPr>
          <p:cNvSpPr>
            <a:spLocks noGrp="1"/>
          </p:cNvSpPr>
          <p:nvPr>
            <p:ph type="sldNum" sz="quarter" idx="12"/>
          </p:nvPr>
        </p:nvSpPr>
        <p:spPr/>
        <p:txBody>
          <a:bodyPr/>
          <a:lstStyle/>
          <a:p>
            <a:fld id="{E916F53B-86EC-46F0-9BF9-7AEFC7E4C138}" type="slidenum">
              <a:rPr lang="zh-CN" altLang="en-US" smtClean="0"/>
              <a:t>‹#›</a:t>
            </a:fld>
            <a:endParaRPr lang="zh-CN" altLang="en-US"/>
          </a:p>
        </p:txBody>
      </p:sp>
    </p:spTree>
    <p:extLst>
      <p:ext uri="{BB962C8B-B14F-4D97-AF65-F5344CB8AC3E}">
        <p14:creationId xmlns:p14="http://schemas.microsoft.com/office/powerpoint/2010/main" val="1864242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4A687A-3ABF-4298-A81F-4170291FD427}"/>
              </a:ext>
            </a:extLst>
          </p:cNvPr>
          <p:cNvSpPr>
            <a:spLocks noGrp="1"/>
          </p:cNvSpPr>
          <p:nvPr>
            <p:ph type="dt" sz="half" idx="10"/>
          </p:nvPr>
        </p:nvSpPr>
        <p:spPr/>
        <p:txBody>
          <a:bodyPr/>
          <a:lstStyle/>
          <a:p>
            <a:fld id="{83F12C75-B7B1-4F30-BAD4-9B85B4CAFCE4}" type="datetimeFigureOut">
              <a:rPr lang="zh-CN" altLang="en-US" smtClean="0"/>
              <a:t>2020/6/29</a:t>
            </a:fld>
            <a:endParaRPr lang="zh-CN" altLang="en-US"/>
          </a:p>
        </p:txBody>
      </p:sp>
      <p:sp>
        <p:nvSpPr>
          <p:cNvPr id="3" name="Footer Placeholder 2">
            <a:extLst>
              <a:ext uri="{FF2B5EF4-FFF2-40B4-BE49-F238E27FC236}">
                <a16:creationId xmlns:a16="http://schemas.microsoft.com/office/drawing/2014/main" id="{24158372-A71C-4921-8553-DBA169291184}"/>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DDE2F524-92AC-4BFE-9282-401961B25FEF}"/>
              </a:ext>
            </a:extLst>
          </p:cNvPr>
          <p:cNvSpPr>
            <a:spLocks noGrp="1"/>
          </p:cNvSpPr>
          <p:nvPr>
            <p:ph type="sldNum" sz="quarter" idx="12"/>
          </p:nvPr>
        </p:nvSpPr>
        <p:spPr/>
        <p:txBody>
          <a:bodyPr/>
          <a:lstStyle/>
          <a:p>
            <a:fld id="{E916F53B-86EC-46F0-9BF9-7AEFC7E4C138}" type="slidenum">
              <a:rPr lang="zh-CN" altLang="en-US" smtClean="0"/>
              <a:t>‹#›</a:t>
            </a:fld>
            <a:endParaRPr lang="zh-CN" altLang="en-US"/>
          </a:p>
        </p:txBody>
      </p:sp>
    </p:spTree>
    <p:extLst>
      <p:ext uri="{BB962C8B-B14F-4D97-AF65-F5344CB8AC3E}">
        <p14:creationId xmlns:p14="http://schemas.microsoft.com/office/powerpoint/2010/main" val="200079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A7A7A-DC43-41BF-A4AE-9DBFE973FDDE}"/>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9B184D9B-8E32-4FCF-BFBD-F7F602E028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13A12A60-BA01-4695-B0FA-1D973E0CFE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85C97195-DD85-4C8C-A2A3-7CCF6BD052F1}"/>
              </a:ext>
            </a:extLst>
          </p:cNvPr>
          <p:cNvSpPr>
            <a:spLocks noGrp="1"/>
          </p:cNvSpPr>
          <p:nvPr>
            <p:ph type="dt" sz="half" idx="10"/>
          </p:nvPr>
        </p:nvSpPr>
        <p:spPr/>
        <p:txBody>
          <a:bodyPr/>
          <a:lstStyle/>
          <a:p>
            <a:fld id="{83F12C75-B7B1-4F30-BAD4-9B85B4CAFCE4}" type="datetimeFigureOut">
              <a:rPr lang="zh-CN" altLang="en-US" smtClean="0"/>
              <a:t>2020/6/29</a:t>
            </a:fld>
            <a:endParaRPr lang="zh-CN" altLang="en-US"/>
          </a:p>
        </p:txBody>
      </p:sp>
      <p:sp>
        <p:nvSpPr>
          <p:cNvPr id="6" name="Footer Placeholder 5">
            <a:extLst>
              <a:ext uri="{FF2B5EF4-FFF2-40B4-BE49-F238E27FC236}">
                <a16:creationId xmlns:a16="http://schemas.microsoft.com/office/drawing/2014/main" id="{7EFFF0D3-1654-4050-B524-05DC1B1EFBD2}"/>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CC7C72F6-1D97-4B05-B6FA-CDE95DA18900}"/>
              </a:ext>
            </a:extLst>
          </p:cNvPr>
          <p:cNvSpPr>
            <a:spLocks noGrp="1"/>
          </p:cNvSpPr>
          <p:nvPr>
            <p:ph type="sldNum" sz="quarter" idx="12"/>
          </p:nvPr>
        </p:nvSpPr>
        <p:spPr/>
        <p:txBody>
          <a:bodyPr/>
          <a:lstStyle/>
          <a:p>
            <a:fld id="{E916F53B-86EC-46F0-9BF9-7AEFC7E4C138}" type="slidenum">
              <a:rPr lang="zh-CN" altLang="en-US" smtClean="0"/>
              <a:t>‹#›</a:t>
            </a:fld>
            <a:endParaRPr lang="zh-CN" altLang="en-US"/>
          </a:p>
        </p:txBody>
      </p:sp>
    </p:spTree>
    <p:extLst>
      <p:ext uri="{BB962C8B-B14F-4D97-AF65-F5344CB8AC3E}">
        <p14:creationId xmlns:p14="http://schemas.microsoft.com/office/powerpoint/2010/main" val="548601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2350F-6D07-49E9-ACDB-F302B9262D44}"/>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DE381E3F-F667-4D1C-9E5B-E64C10757B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C13AEA69-7951-4E77-8734-84771479BD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6267BFB5-26F2-452E-815D-4A8BAE2AF064}"/>
              </a:ext>
            </a:extLst>
          </p:cNvPr>
          <p:cNvSpPr>
            <a:spLocks noGrp="1"/>
          </p:cNvSpPr>
          <p:nvPr>
            <p:ph type="dt" sz="half" idx="10"/>
          </p:nvPr>
        </p:nvSpPr>
        <p:spPr/>
        <p:txBody>
          <a:bodyPr/>
          <a:lstStyle/>
          <a:p>
            <a:fld id="{83F12C75-B7B1-4F30-BAD4-9B85B4CAFCE4}" type="datetimeFigureOut">
              <a:rPr lang="zh-CN" altLang="en-US" smtClean="0"/>
              <a:t>2020/6/29</a:t>
            </a:fld>
            <a:endParaRPr lang="zh-CN" altLang="en-US"/>
          </a:p>
        </p:txBody>
      </p:sp>
      <p:sp>
        <p:nvSpPr>
          <p:cNvPr id="6" name="Footer Placeholder 5">
            <a:extLst>
              <a:ext uri="{FF2B5EF4-FFF2-40B4-BE49-F238E27FC236}">
                <a16:creationId xmlns:a16="http://schemas.microsoft.com/office/drawing/2014/main" id="{9AA79F5E-B752-4967-8489-065E754196A3}"/>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62A1BA51-330F-47F3-8CDA-558609CA495B}"/>
              </a:ext>
            </a:extLst>
          </p:cNvPr>
          <p:cNvSpPr>
            <a:spLocks noGrp="1"/>
          </p:cNvSpPr>
          <p:nvPr>
            <p:ph type="sldNum" sz="quarter" idx="12"/>
          </p:nvPr>
        </p:nvSpPr>
        <p:spPr/>
        <p:txBody>
          <a:bodyPr/>
          <a:lstStyle/>
          <a:p>
            <a:fld id="{E916F53B-86EC-46F0-9BF9-7AEFC7E4C138}" type="slidenum">
              <a:rPr lang="zh-CN" altLang="en-US" smtClean="0"/>
              <a:t>‹#›</a:t>
            </a:fld>
            <a:endParaRPr lang="zh-CN" altLang="en-US"/>
          </a:p>
        </p:txBody>
      </p:sp>
    </p:spTree>
    <p:extLst>
      <p:ext uri="{BB962C8B-B14F-4D97-AF65-F5344CB8AC3E}">
        <p14:creationId xmlns:p14="http://schemas.microsoft.com/office/powerpoint/2010/main" val="455194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DA6DC-D9D3-43D9-B5A0-0BA6CE88833B}"/>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84DDBEA2-3140-4698-8018-2021196571D4}"/>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ADCA73AD-BBB7-4933-A0C7-A42904B8FB95}"/>
              </a:ext>
            </a:extLst>
          </p:cNvPr>
          <p:cNvSpPr>
            <a:spLocks noGrp="1"/>
          </p:cNvSpPr>
          <p:nvPr>
            <p:ph type="dt" sz="half" idx="10"/>
          </p:nvPr>
        </p:nvSpPr>
        <p:spPr/>
        <p:txBody>
          <a:bodyPr/>
          <a:lstStyle/>
          <a:p>
            <a:fld id="{83F12C75-B7B1-4F30-BAD4-9B85B4CAFCE4}" type="datetimeFigureOut">
              <a:rPr lang="zh-CN" altLang="en-US" smtClean="0"/>
              <a:t>2020/6/29</a:t>
            </a:fld>
            <a:endParaRPr lang="zh-CN" altLang="en-US"/>
          </a:p>
        </p:txBody>
      </p:sp>
      <p:sp>
        <p:nvSpPr>
          <p:cNvPr id="5" name="Footer Placeholder 4">
            <a:extLst>
              <a:ext uri="{FF2B5EF4-FFF2-40B4-BE49-F238E27FC236}">
                <a16:creationId xmlns:a16="http://schemas.microsoft.com/office/drawing/2014/main" id="{BC0CB199-9A2D-4C55-8A2D-691138BE5F5F}"/>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94B71419-6EEC-4837-A368-F1C432D3635A}"/>
              </a:ext>
            </a:extLst>
          </p:cNvPr>
          <p:cNvSpPr>
            <a:spLocks noGrp="1"/>
          </p:cNvSpPr>
          <p:nvPr>
            <p:ph type="sldNum" sz="quarter" idx="12"/>
          </p:nvPr>
        </p:nvSpPr>
        <p:spPr/>
        <p:txBody>
          <a:bodyPr/>
          <a:lstStyle/>
          <a:p>
            <a:fld id="{E916F53B-86EC-46F0-9BF9-7AEFC7E4C138}" type="slidenum">
              <a:rPr lang="zh-CN" altLang="en-US" smtClean="0"/>
              <a:t>‹#›</a:t>
            </a:fld>
            <a:endParaRPr lang="zh-CN" altLang="en-US"/>
          </a:p>
        </p:txBody>
      </p:sp>
    </p:spTree>
    <p:extLst>
      <p:ext uri="{BB962C8B-B14F-4D97-AF65-F5344CB8AC3E}">
        <p14:creationId xmlns:p14="http://schemas.microsoft.com/office/powerpoint/2010/main" val="1114578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9F48AD-C9AA-4EA8-A244-3B2F5A15BECE}"/>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D6881DE4-B962-433B-9401-CF90248CDE29}"/>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E7BC8D83-13C4-4D32-85A1-5B2C78889242}"/>
              </a:ext>
            </a:extLst>
          </p:cNvPr>
          <p:cNvSpPr>
            <a:spLocks noGrp="1"/>
          </p:cNvSpPr>
          <p:nvPr>
            <p:ph type="dt" sz="half" idx="10"/>
          </p:nvPr>
        </p:nvSpPr>
        <p:spPr/>
        <p:txBody>
          <a:bodyPr/>
          <a:lstStyle/>
          <a:p>
            <a:fld id="{83F12C75-B7B1-4F30-BAD4-9B85B4CAFCE4}" type="datetimeFigureOut">
              <a:rPr lang="zh-CN" altLang="en-US" smtClean="0"/>
              <a:t>2020/6/29</a:t>
            </a:fld>
            <a:endParaRPr lang="zh-CN" altLang="en-US"/>
          </a:p>
        </p:txBody>
      </p:sp>
      <p:sp>
        <p:nvSpPr>
          <p:cNvPr id="5" name="Footer Placeholder 4">
            <a:extLst>
              <a:ext uri="{FF2B5EF4-FFF2-40B4-BE49-F238E27FC236}">
                <a16:creationId xmlns:a16="http://schemas.microsoft.com/office/drawing/2014/main" id="{891B445A-4F13-46B5-8D01-A6B412109B51}"/>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C6285A6A-B007-455E-9E6D-C4559A9FE924}"/>
              </a:ext>
            </a:extLst>
          </p:cNvPr>
          <p:cNvSpPr>
            <a:spLocks noGrp="1"/>
          </p:cNvSpPr>
          <p:nvPr>
            <p:ph type="sldNum" sz="quarter" idx="12"/>
          </p:nvPr>
        </p:nvSpPr>
        <p:spPr/>
        <p:txBody>
          <a:bodyPr/>
          <a:lstStyle/>
          <a:p>
            <a:fld id="{E916F53B-86EC-46F0-9BF9-7AEFC7E4C138}" type="slidenum">
              <a:rPr lang="zh-CN" altLang="en-US" smtClean="0"/>
              <a:t>‹#›</a:t>
            </a:fld>
            <a:endParaRPr lang="zh-CN" altLang="en-US"/>
          </a:p>
        </p:txBody>
      </p:sp>
    </p:spTree>
    <p:extLst>
      <p:ext uri="{BB962C8B-B14F-4D97-AF65-F5344CB8AC3E}">
        <p14:creationId xmlns:p14="http://schemas.microsoft.com/office/powerpoint/2010/main" val="3016051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42B6D6-1A5E-4A23-8C50-E95A2CC1A8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49159676-8C8E-4C42-BF79-2830339318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E4FBC50D-FF37-422B-9F62-3AF58D6AF5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F12C75-B7B1-4F30-BAD4-9B85B4CAFCE4}" type="datetimeFigureOut">
              <a:rPr lang="zh-CN" altLang="en-US" smtClean="0"/>
              <a:t>2020/6/29</a:t>
            </a:fld>
            <a:endParaRPr lang="zh-CN" altLang="en-US"/>
          </a:p>
        </p:txBody>
      </p:sp>
      <p:sp>
        <p:nvSpPr>
          <p:cNvPr id="5" name="Footer Placeholder 4">
            <a:extLst>
              <a:ext uri="{FF2B5EF4-FFF2-40B4-BE49-F238E27FC236}">
                <a16:creationId xmlns:a16="http://schemas.microsoft.com/office/drawing/2014/main" id="{4E106202-7484-482F-8ACA-CF886A7AA2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a:extLst>
              <a:ext uri="{FF2B5EF4-FFF2-40B4-BE49-F238E27FC236}">
                <a16:creationId xmlns:a16="http://schemas.microsoft.com/office/drawing/2014/main" id="{FE4074E1-84E6-4B9F-94B3-E8D89C5F9D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16F53B-86EC-46F0-9BF9-7AEFC7E4C138}" type="slidenum">
              <a:rPr lang="zh-CN" altLang="en-US" smtClean="0"/>
              <a:t>‹#›</a:t>
            </a:fld>
            <a:endParaRPr lang="zh-CN" altLang="en-US"/>
          </a:p>
        </p:txBody>
      </p:sp>
    </p:spTree>
    <p:extLst>
      <p:ext uri="{BB962C8B-B14F-4D97-AF65-F5344CB8AC3E}">
        <p14:creationId xmlns:p14="http://schemas.microsoft.com/office/powerpoint/2010/main" val="1654924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file:///C:\Program%20Files\Bruel%20and%20Kjaer\BK%20Connect\Help\en-US\Consume_API\Content\Test%20from%20Browser.htm" TargetMode="External"/><Relationship Id="rId2" Type="http://schemas.openxmlformats.org/officeDocument/2006/relationships/hyperlink" Target="file:///C:\Program%20Files\Bruel%20and%20Kjaer\BK%20Connect\Help\en-US\Consume_API\Content\Configure.htm" TargetMode="External"/><Relationship Id="rId1" Type="http://schemas.openxmlformats.org/officeDocument/2006/relationships/slideLayout" Target="../slideLayouts/slideLayout1.xml"/><Relationship Id="rId4" Type="http://schemas.openxmlformats.org/officeDocument/2006/relationships/hyperlink" Target="file:///C:\Program%20Files\Bruel%20and%20Kjaer\BK%20Connect\Help\en-US\Consume_API\Content\Test%20from%20App.ht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localhost:9001/DataRecorderService/ManualStop" TargetMode="External"/><Relationship Id="rId13" Type="http://schemas.openxmlformats.org/officeDocument/2006/relationships/hyperlink" Target="http://localhost:9001/DataRecorderService/set_RecordingFileName?value=newPath" TargetMode="External"/><Relationship Id="rId18" Type="http://schemas.openxmlformats.org/officeDocument/2006/relationships/hyperlink" Target="http://localhost:9001/DataRecorderService/get_AutoPack" TargetMode="External"/><Relationship Id="rId3" Type="http://schemas.openxmlformats.org/officeDocument/2006/relationships/hyperlink" Target="http://localhost:9001/ProgramService/LoadTemplate?name=TemplateName" TargetMode="External"/><Relationship Id="rId21" Type="http://schemas.openxmlformats.org/officeDocument/2006/relationships/hyperlink" Target="http://localhost:9001/DataRecorderService/set_AutoStore?value=true/false" TargetMode="External"/><Relationship Id="rId7" Type="http://schemas.openxmlformats.org/officeDocument/2006/relationships/hyperlink" Target="http://localhost:9001/DataRecorderService/ManualStart" TargetMode="External"/><Relationship Id="rId12" Type="http://schemas.openxmlformats.org/officeDocument/2006/relationships/hyperlink" Target="http://localhost:9001/DataRecorderService/get_RecordingFileName" TargetMode="External"/><Relationship Id="rId17" Type="http://schemas.openxmlformats.org/officeDocument/2006/relationships/hyperlink" Target="http://localhost:9001/DataRecorderService/set_Recording?value=newPath" TargetMode="External"/><Relationship Id="rId25" Type="http://schemas.openxmlformats.org/officeDocument/2006/relationships/hyperlink" Target="http://localhost:9001/DataRecorderService/DeleteMarker" TargetMode="External"/><Relationship Id="rId2" Type="http://schemas.openxmlformats.org/officeDocument/2006/relationships/hyperlink" Target="http://localhost:9001/ProgramService/LoadProject?name=ProjectName" TargetMode="External"/><Relationship Id="rId16" Type="http://schemas.openxmlformats.org/officeDocument/2006/relationships/hyperlink" Target="http://localhost:9001/DataRecorderService/get_Recording" TargetMode="External"/><Relationship Id="rId20" Type="http://schemas.openxmlformats.org/officeDocument/2006/relationships/hyperlink" Target="http://localhost:9001/DataRecorderService/get_AutoStore" TargetMode="External"/><Relationship Id="rId1" Type="http://schemas.openxmlformats.org/officeDocument/2006/relationships/slideLayout" Target="../slideLayouts/slideLayout2.xml"/><Relationship Id="rId6" Type="http://schemas.openxmlformats.org/officeDocument/2006/relationships/hyperlink" Target="http://localhost:9001/DataRecorderService/ResetMonitor" TargetMode="External"/><Relationship Id="rId11" Type="http://schemas.openxmlformats.org/officeDocument/2006/relationships/hyperlink" Target="http://localhost:9001/DataRecorderService/set_RecordingDirectory?value=newPath" TargetMode="External"/><Relationship Id="rId24" Type="http://schemas.openxmlformats.org/officeDocument/2006/relationships/hyperlink" Target="http://localhost:9001/DataRecorderService/AddMarker" TargetMode="External"/><Relationship Id="rId5" Type="http://schemas.openxmlformats.org/officeDocument/2006/relationships/hyperlink" Target="http://localhost:9001/DataRecorderService/StopRecorder" TargetMode="External"/><Relationship Id="rId15" Type="http://schemas.openxmlformats.org/officeDocument/2006/relationships/hyperlink" Target="http://localhost:9001/DataRecorderService/get_FullRecordingFileName" TargetMode="External"/><Relationship Id="rId23" Type="http://schemas.openxmlformats.org/officeDocument/2006/relationships/hyperlink" Target="http://localhost:9001/DataRecorderService/get_Marker" TargetMode="External"/><Relationship Id="rId10" Type="http://schemas.openxmlformats.org/officeDocument/2006/relationships/hyperlink" Target="http://localhost:9001/DataRecorderService/get_RecordingDirectory" TargetMode="External"/><Relationship Id="rId19" Type="http://schemas.openxmlformats.org/officeDocument/2006/relationships/hyperlink" Target="http://localhost:9001/DataRecorderService/set_AutoPack?value=true/false" TargetMode="External"/><Relationship Id="rId4" Type="http://schemas.openxmlformats.org/officeDocument/2006/relationships/hyperlink" Target="http://localhost:9001/DataRecorderService/StartRecorder" TargetMode="External"/><Relationship Id="rId9" Type="http://schemas.openxmlformats.org/officeDocument/2006/relationships/hyperlink" Target="http://localhost:9001/DataRecorderService/DeleteLatest" TargetMode="External"/><Relationship Id="rId14" Type="http://schemas.openxmlformats.org/officeDocument/2006/relationships/hyperlink" Target="http://localhost:9001/DataRecorderService/get_RecordingNumber" TargetMode="External"/><Relationship Id="rId22" Type="http://schemas.openxmlformats.org/officeDocument/2006/relationships/hyperlink" Target="http://localhost:9001/DataRecorderService/set_Marker?value=newName" TargetMode="External"/></Relationships>
</file>

<file path=ppt/slides/_rels/slide5.xml.rels><?xml version="1.0" encoding="UTF-8" standalone="yes"?>
<Relationships xmlns="http://schemas.openxmlformats.org/package/2006/relationships"><Relationship Id="rId2" Type="http://schemas.openxmlformats.org/officeDocument/2006/relationships/hyperlink" Target="http://localhost:9001/TriggerSetupService/SetTrigger?triggerProperties=&#8221;xml&#8221;"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A20F7-DC93-4354-BDB5-ECE7F3F931FB}"/>
              </a:ext>
            </a:extLst>
          </p:cNvPr>
          <p:cNvSpPr>
            <a:spLocks noGrp="1"/>
          </p:cNvSpPr>
          <p:nvPr>
            <p:ph type="ctrTitle"/>
          </p:nvPr>
        </p:nvSpPr>
        <p:spPr>
          <a:xfrm>
            <a:off x="1524000" y="1699412"/>
            <a:ext cx="9144000" cy="2387600"/>
          </a:xfrm>
        </p:spPr>
        <p:txBody>
          <a:bodyPr/>
          <a:lstStyle/>
          <a:p>
            <a:r>
              <a:rPr lang="en-US" altLang="zh-CN" dirty="0"/>
              <a:t>BK Connect API</a:t>
            </a:r>
            <a:br>
              <a:rPr lang="en-US" altLang="zh-CN" dirty="0"/>
            </a:br>
            <a:endParaRPr lang="zh-CN" altLang="en-US" dirty="0"/>
          </a:p>
        </p:txBody>
      </p:sp>
      <p:sp>
        <p:nvSpPr>
          <p:cNvPr id="3" name="Subtitle 2">
            <a:extLst>
              <a:ext uri="{FF2B5EF4-FFF2-40B4-BE49-F238E27FC236}">
                <a16:creationId xmlns:a16="http://schemas.microsoft.com/office/drawing/2014/main" id="{94BFC2AD-D0E1-42AA-939A-EA1B6BEF784E}"/>
              </a:ext>
            </a:extLst>
          </p:cNvPr>
          <p:cNvSpPr>
            <a:spLocks noGrp="1"/>
          </p:cNvSpPr>
          <p:nvPr>
            <p:ph type="subTitle" idx="1"/>
          </p:nvPr>
        </p:nvSpPr>
        <p:spPr>
          <a:xfrm>
            <a:off x="115410" y="6212073"/>
            <a:ext cx="9144000" cy="401791"/>
          </a:xfrm>
        </p:spPr>
        <p:txBody>
          <a:bodyPr/>
          <a:lstStyle/>
          <a:p>
            <a:r>
              <a:rPr lang="en-US" altLang="zh-CN" sz="1800" dirty="0">
                <a:solidFill>
                  <a:srgbClr val="00B0F0"/>
                </a:solidFill>
                <a:effectLst/>
                <a:latin typeface="SimSun" panose="02010600030101010101" pitchFamily="2" charset="-122"/>
                <a:ea typeface="SimSun" panose="02010600030101010101" pitchFamily="2" charset="-122"/>
                <a:cs typeface="SimSun" panose="02010600030101010101" pitchFamily="2" charset="-122"/>
              </a:rPr>
              <a:t>C:\Program Files\</a:t>
            </a:r>
            <a:r>
              <a:rPr lang="en-US" altLang="zh-CN" sz="1800" dirty="0" err="1">
                <a:solidFill>
                  <a:srgbClr val="00B0F0"/>
                </a:solidFill>
                <a:effectLst/>
                <a:latin typeface="SimSun" panose="02010600030101010101" pitchFamily="2" charset="-122"/>
                <a:ea typeface="SimSun" panose="02010600030101010101" pitchFamily="2" charset="-122"/>
                <a:cs typeface="SimSun" panose="02010600030101010101" pitchFamily="2" charset="-122"/>
              </a:rPr>
              <a:t>Bruel</a:t>
            </a:r>
            <a:r>
              <a:rPr lang="en-US" altLang="zh-CN" sz="1800" dirty="0">
                <a:solidFill>
                  <a:srgbClr val="00B0F0"/>
                </a:solidFill>
                <a:effectLst/>
                <a:latin typeface="SimSun" panose="02010600030101010101" pitchFamily="2" charset="-122"/>
                <a:ea typeface="SimSun" panose="02010600030101010101" pitchFamily="2" charset="-122"/>
                <a:cs typeface="SimSun" panose="02010600030101010101" pitchFamily="2" charset="-122"/>
              </a:rPr>
              <a:t> and </a:t>
            </a:r>
            <a:r>
              <a:rPr lang="en-US" altLang="zh-CN" sz="1800" dirty="0" err="1">
                <a:solidFill>
                  <a:srgbClr val="00B0F0"/>
                </a:solidFill>
                <a:effectLst/>
                <a:latin typeface="SimSun" panose="02010600030101010101" pitchFamily="2" charset="-122"/>
                <a:ea typeface="SimSun" panose="02010600030101010101" pitchFamily="2" charset="-122"/>
                <a:cs typeface="SimSun" panose="02010600030101010101" pitchFamily="2" charset="-122"/>
              </a:rPr>
              <a:t>Kjaer</a:t>
            </a:r>
            <a:r>
              <a:rPr lang="en-US" altLang="zh-CN" sz="1800" dirty="0">
                <a:solidFill>
                  <a:srgbClr val="00B0F0"/>
                </a:solidFill>
                <a:effectLst/>
                <a:latin typeface="SimSun" panose="02010600030101010101" pitchFamily="2" charset="-122"/>
                <a:ea typeface="SimSun" panose="02010600030101010101" pitchFamily="2" charset="-122"/>
                <a:cs typeface="SimSun" panose="02010600030101010101" pitchFamily="2" charset="-122"/>
              </a:rPr>
              <a:t>\BK Connect\Help\</a:t>
            </a:r>
            <a:r>
              <a:rPr lang="en-US" altLang="zh-CN" sz="1800" dirty="0" err="1">
                <a:solidFill>
                  <a:srgbClr val="00B0F0"/>
                </a:solidFill>
                <a:effectLst/>
                <a:latin typeface="SimSun" panose="02010600030101010101" pitchFamily="2" charset="-122"/>
                <a:ea typeface="SimSun" panose="02010600030101010101" pitchFamily="2" charset="-122"/>
                <a:cs typeface="SimSun" panose="02010600030101010101" pitchFamily="2" charset="-122"/>
              </a:rPr>
              <a:t>en</a:t>
            </a:r>
            <a:r>
              <a:rPr lang="en-US" altLang="zh-CN" sz="1800" dirty="0">
                <a:solidFill>
                  <a:srgbClr val="00B0F0"/>
                </a:solidFill>
                <a:effectLst/>
                <a:latin typeface="SimSun" panose="02010600030101010101" pitchFamily="2" charset="-122"/>
                <a:ea typeface="SimSun" panose="02010600030101010101" pitchFamily="2" charset="-122"/>
                <a:cs typeface="SimSun" panose="02010600030101010101" pitchFamily="2" charset="-122"/>
              </a:rPr>
              <a:t>-US\</a:t>
            </a:r>
            <a:r>
              <a:rPr lang="en-US" altLang="zh-CN" sz="1800" dirty="0" err="1">
                <a:solidFill>
                  <a:srgbClr val="00B0F0"/>
                </a:solidFill>
                <a:effectLst/>
                <a:latin typeface="SimSun" panose="02010600030101010101" pitchFamily="2" charset="-122"/>
                <a:ea typeface="SimSun" panose="02010600030101010101" pitchFamily="2" charset="-122"/>
                <a:cs typeface="SimSun" panose="02010600030101010101" pitchFamily="2" charset="-122"/>
              </a:rPr>
              <a:t>Consume_API</a:t>
            </a:r>
            <a:r>
              <a:rPr lang="en-US" altLang="zh-CN" sz="1800" dirty="0">
                <a:solidFill>
                  <a:srgbClr val="00B0F0"/>
                </a:solidFill>
                <a:effectLst/>
                <a:latin typeface="SimSun" panose="02010600030101010101" pitchFamily="2" charset="-122"/>
                <a:ea typeface="SimSun" panose="02010600030101010101" pitchFamily="2" charset="-122"/>
                <a:cs typeface="SimSun" panose="02010600030101010101" pitchFamily="2" charset="-122"/>
              </a:rPr>
              <a:t>\default.htm</a:t>
            </a:r>
            <a:endParaRPr lang="zh-CN" altLang="zh-CN" sz="1800" dirty="0">
              <a:solidFill>
                <a:srgbClr val="00B0F0"/>
              </a:solidFill>
              <a:effectLst/>
              <a:latin typeface="SimSun" panose="02010600030101010101" pitchFamily="2" charset="-122"/>
              <a:ea typeface="SimSun" panose="02010600030101010101" pitchFamily="2" charset="-122"/>
              <a:cs typeface="SimSun" panose="02010600030101010101" pitchFamily="2" charset="-122"/>
            </a:endParaRPr>
          </a:p>
        </p:txBody>
      </p:sp>
    </p:spTree>
    <p:extLst>
      <p:ext uri="{BB962C8B-B14F-4D97-AF65-F5344CB8AC3E}">
        <p14:creationId xmlns:p14="http://schemas.microsoft.com/office/powerpoint/2010/main" val="3086264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A4D86A-6888-444C-ADD0-922E216DD5E9}"/>
              </a:ext>
            </a:extLst>
          </p:cNvPr>
          <p:cNvSpPr txBox="1"/>
          <p:nvPr/>
        </p:nvSpPr>
        <p:spPr>
          <a:xfrm>
            <a:off x="479393" y="179392"/>
            <a:ext cx="10830757" cy="5791329"/>
          </a:xfrm>
          <a:prstGeom prst="rect">
            <a:avLst/>
          </a:prstGeom>
          <a:noFill/>
        </p:spPr>
        <p:txBody>
          <a:bodyPr wrap="square">
            <a:spAutoFit/>
          </a:bodyPr>
          <a:lstStyle/>
          <a:p>
            <a:pPr algn="l">
              <a:spcBef>
                <a:spcPts val="800"/>
              </a:spcBef>
              <a:spcAft>
                <a:spcPts val="1600"/>
              </a:spcAft>
            </a:pPr>
            <a:r>
              <a:rPr lang="zh-CN" altLang="en-US" sz="3600" b="0" i="0" u="none" strike="noStrike" dirty="0">
                <a:solidFill>
                  <a:srgbClr val="303030"/>
                </a:solidFill>
                <a:effectLst/>
                <a:latin typeface="&amp;quot"/>
              </a:rPr>
              <a:t>使用</a:t>
            </a:r>
            <a:r>
              <a:rPr lang="en-US" altLang="zh-CN" sz="3600" b="0" i="0" u="none" strike="noStrike" dirty="0">
                <a:solidFill>
                  <a:srgbClr val="303030"/>
                </a:solidFill>
                <a:effectLst/>
                <a:latin typeface="&amp;quot"/>
              </a:rPr>
              <a:t> BK Connect APIs</a:t>
            </a:r>
          </a:p>
          <a:p>
            <a:pPr algn="l">
              <a:spcBef>
                <a:spcPts val="600"/>
              </a:spcBef>
              <a:spcAft>
                <a:spcPts val="600"/>
              </a:spcAft>
            </a:pPr>
            <a:r>
              <a:rPr lang="zh-CN" altLang="en-US" b="0" i="0" dirty="0">
                <a:solidFill>
                  <a:srgbClr val="2E3033"/>
                </a:solidFill>
                <a:effectLst/>
                <a:latin typeface="Arial" panose="020B0604020202020204" pitchFamily="34" charset="0"/>
              </a:rPr>
              <a:t>使用</a:t>
            </a:r>
            <a:r>
              <a:rPr lang="en-US" altLang="zh-CN" b="0" i="0" dirty="0">
                <a:solidFill>
                  <a:srgbClr val="2E3033"/>
                </a:solidFill>
                <a:effectLst/>
                <a:latin typeface="Arial" panose="020B0604020202020204" pitchFamily="34" charset="0"/>
              </a:rPr>
              <a:t>API</a:t>
            </a:r>
            <a:r>
              <a:rPr lang="zh-CN" altLang="en-US" b="0" i="0" dirty="0">
                <a:solidFill>
                  <a:srgbClr val="2E3033"/>
                </a:solidFill>
                <a:effectLst/>
                <a:latin typeface="Arial" panose="020B0604020202020204" pitchFamily="34" charset="0"/>
              </a:rPr>
              <a:t>允许您连接到</a:t>
            </a:r>
            <a:r>
              <a:rPr lang="en-US" altLang="zh-CN" b="0" i="0" dirty="0">
                <a:solidFill>
                  <a:srgbClr val="2E3033"/>
                </a:solidFill>
                <a:effectLst/>
                <a:latin typeface="Arial" panose="020B0604020202020204" pitchFamily="34" charset="0"/>
              </a:rPr>
              <a:t>BK connect</a:t>
            </a:r>
            <a:r>
              <a:rPr lang="en-US" altLang="zh-CN" sz="1800" b="0" i="0" u="none" strike="noStrike" dirty="0">
                <a:solidFill>
                  <a:srgbClr val="404040"/>
                </a:solidFill>
                <a:effectLst/>
                <a:latin typeface="&amp;quot"/>
              </a:rPr>
              <a:t>  </a:t>
            </a:r>
            <a:r>
              <a:rPr lang="en-US" altLang="zh-CN" dirty="0">
                <a:solidFill>
                  <a:srgbClr val="2E3033"/>
                </a:solidFill>
                <a:latin typeface="Arial" panose="020B0604020202020204" pitchFamily="34" charset="0"/>
              </a:rPr>
              <a:t>services</a:t>
            </a:r>
            <a:r>
              <a:rPr lang="zh-CN" altLang="en-US" dirty="0">
                <a:solidFill>
                  <a:srgbClr val="2E3033"/>
                </a:solidFill>
                <a:latin typeface="Arial" panose="020B0604020202020204" pitchFamily="34" charset="0"/>
              </a:rPr>
              <a:t>，</a:t>
            </a:r>
            <a:r>
              <a:rPr lang="zh-CN" altLang="en-US" b="0" i="0" dirty="0">
                <a:solidFill>
                  <a:srgbClr val="2E3033"/>
                </a:solidFill>
                <a:effectLst/>
                <a:latin typeface="Arial" panose="020B0604020202020204" pitchFamily="34" charset="0"/>
              </a:rPr>
              <a:t>来执行</a:t>
            </a:r>
            <a:r>
              <a:rPr lang="en-US" altLang="zh-CN" b="0" i="0" dirty="0">
                <a:solidFill>
                  <a:srgbClr val="2E3033"/>
                </a:solidFill>
                <a:effectLst/>
                <a:latin typeface="Arial" panose="020B0604020202020204" pitchFamily="34" charset="0"/>
              </a:rPr>
              <a:t>BK connect</a:t>
            </a:r>
            <a:r>
              <a:rPr lang="zh-CN" altLang="en-US" b="0" i="0" dirty="0">
                <a:solidFill>
                  <a:srgbClr val="2E3033"/>
                </a:solidFill>
                <a:effectLst/>
                <a:latin typeface="Arial" panose="020B0604020202020204" pitchFamily="34" charset="0"/>
              </a:rPr>
              <a:t>应用程序中的一个功能。</a:t>
            </a:r>
            <a:endParaRPr lang="en-US" altLang="zh-CN" sz="1800" b="0" i="0" u="none" strike="noStrike" dirty="0">
              <a:solidFill>
                <a:srgbClr val="404040"/>
              </a:solidFill>
              <a:effectLst/>
              <a:latin typeface="&amp;quot"/>
            </a:endParaRPr>
          </a:p>
          <a:p>
            <a:pPr algn="l">
              <a:spcBef>
                <a:spcPts val="600"/>
              </a:spcBef>
              <a:spcAft>
                <a:spcPts val="600"/>
              </a:spcAft>
            </a:pPr>
            <a:r>
              <a:rPr lang="en-US" altLang="zh-CN" sz="1800" b="0" i="0" u="none" strike="noStrike" dirty="0">
                <a:solidFill>
                  <a:srgbClr val="404040"/>
                </a:solidFill>
                <a:effectLst/>
                <a:latin typeface="&amp;quot"/>
              </a:rPr>
              <a:t>BK Connect runs self-hosted WCF services that are based on the Microsoft® Windows Communication Foundation framework.</a:t>
            </a:r>
          </a:p>
          <a:p>
            <a:pPr algn="l">
              <a:spcBef>
                <a:spcPts val="600"/>
              </a:spcBef>
              <a:spcAft>
                <a:spcPts val="600"/>
              </a:spcAft>
            </a:pPr>
            <a:r>
              <a:rPr lang="en-US" altLang="zh-CN" sz="1800" b="0" i="0" u="none" strike="noStrike" dirty="0">
                <a:solidFill>
                  <a:srgbClr val="404040"/>
                </a:solidFill>
                <a:effectLst/>
                <a:latin typeface="&amp;quot"/>
              </a:rPr>
              <a:t>The current services that support APIs are:</a:t>
            </a:r>
          </a:p>
          <a:p>
            <a:pPr algn="l">
              <a:spcBef>
                <a:spcPts val="600"/>
              </a:spcBef>
              <a:spcAft>
                <a:spcPts val="600"/>
              </a:spcAft>
              <a:buFont typeface="Arial" panose="020B0604020202020204" pitchFamily="34" charset="0"/>
              <a:buChar char="•"/>
            </a:pPr>
            <a:r>
              <a:rPr lang="en-US" altLang="zh-CN" sz="1800" b="0" i="0" u="none" strike="noStrike" dirty="0">
                <a:solidFill>
                  <a:srgbClr val="404040"/>
                </a:solidFill>
                <a:effectLst/>
                <a:latin typeface="&amp;quot"/>
              </a:rPr>
              <a:t>Data Recorder Service – All APIs</a:t>
            </a:r>
          </a:p>
          <a:p>
            <a:pPr algn="l">
              <a:spcBef>
                <a:spcPts val="600"/>
              </a:spcBef>
              <a:spcAft>
                <a:spcPts val="600"/>
              </a:spcAft>
              <a:buFont typeface="Arial" panose="020B0604020202020204" pitchFamily="34" charset="0"/>
              <a:buChar char="•"/>
            </a:pPr>
            <a:r>
              <a:rPr lang="en-US" altLang="zh-CN" sz="1800" b="0" i="0" u="none" strike="noStrike" dirty="0">
                <a:solidFill>
                  <a:srgbClr val="404040"/>
                </a:solidFill>
                <a:effectLst/>
                <a:latin typeface="&amp;quot"/>
              </a:rPr>
              <a:t>Program Service – </a:t>
            </a:r>
            <a:r>
              <a:rPr lang="en-US" altLang="zh-CN" sz="1800" b="0" i="0" u="none" strike="noStrike" dirty="0" err="1">
                <a:solidFill>
                  <a:srgbClr val="404040"/>
                </a:solidFill>
                <a:effectLst/>
                <a:latin typeface="&amp;quot"/>
              </a:rPr>
              <a:t>LoadProject</a:t>
            </a:r>
            <a:r>
              <a:rPr lang="en-US" altLang="zh-CN" sz="1800" b="0" i="0" u="none" strike="noStrike" dirty="0">
                <a:solidFill>
                  <a:srgbClr val="404040"/>
                </a:solidFill>
                <a:effectLst/>
                <a:latin typeface="&amp;quot"/>
              </a:rPr>
              <a:t>, </a:t>
            </a:r>
            <a:r>
              <a:rPr lang="en-US" altLang="zh-CN" sz="1800" b="0" i="0" u="none" strike="noStrike" dirty="0" err="1">
                <a:solidFill>
                  <a:srgbClr val="404040"/>
                </a:solidFill>
                <a:effectLst/>
                <a:latin typeface="&amp;quot"/>
              </a:rPr>
              <a:t>LoadTemplate</a:t>
            </a:r>
            <a:endParaRPr lang="en-US" altLang="zh-CN" sz="1800" b="0" i="0" u="none" strike="noStrike" dirty="0">
              <a:solidFill>
                <a:srgbClr val="404040"/>
              </a:solidFill>
              <a:effectLst/>
              <a:latin typeface="&amp;quot"/>
            </a:endParaRPr>
          </a:p>
          <a:p>
            <a:pPr algn="l">
              <a:spcBef>
                <a:spcPts val="600"/>
              </a:spcBef>
              <a:spcAft>
                <a:spcPts val="600"/>
              </a:spcAft>
              <a:buFont typeface="Arial" panose="020B0604020202020204" pitchFamily="34" charset="0"/>
              <a:buChar char="•"/>
            </a:pPr>
            <a:r>
              <a:rPr lang="en-US" altLang="zh-CN" sz="1800" b="0" i="0" u="none" strike="noStrike" dirty="0">
                <a:solidFill>
                  <a:srgbClr val="404040"/>
                </a:solidFill>
                <a:effectLst/>
                <a:latin typeface="&amp;quot"/>
              </a:rPr>
              <a:t>Trigger Setup Service – </a:t>
            </a:r>
            <a:r>
              <a:rPr lang="en-US" altLang="zh-CN" sz="1800" b="0" i="0" u="none" strike="noStrike" dirty="0" err="1">
                <a:solidFill>
                  <a:srgbClr val="404040"/>
                </a:solidFill>
                <a:effectLst/>
                <a:latin typeface="&amp;quot"/>
              </a:rPr>
              <a:t>SetTrigger</a:t>
            </a:r>
            <a:endParaRPr lang="en-US" altLang="zh-CN" sz="1800" b="0" i="0" u="none" strike="noStrike" dirty="0">
              <a:solidFill>
                <a:srgbClr val="404040"/>
              </a:solidFill>
              <a:effectLst/>
              <a:latin typeface="&amp;quot"/>
            </a:endParaRPr>
          </a:p>
          <a:p>
            <a:pPr algn="l">
              <a:spcBef>
                <a:spcPts val="600"/>
              </a:spcBef>
              <a:spcAft>
                <a:spcPts val="600"/>
              </a:spcAft>
            </a:pPr>
            <a:r>
              <a:rPr lang="en-US" altLang="zh-CN" sz="1800" b="0" i="0" u="none" strike="noStrike" dirty="0">
                <a:solidFill>
                  <a:srgbClr val="404040"/>
                </a:solidFill>
                <a:effectLst/>
                <a:latin typeface="&amp;quot"/>
              </a:rPr>
              <a:t> </a:t>
            </a:r>
          </a:p>
          <a:p>
            <a:pPr algn="l">
              <a:spcBef>
                <a:spcPts val="600"/>
              </a:spcBef>
              <a:spcAft>
                <a:spcPts val="600"/>
              </a:spcAft>
            </a:pPr>
            <a:r>
              <a:rPr lang="zh-CN" altLang="en-US" b="0" i="0" dirty="0">
                <a:solidFill>
                  <a:srgbClr val="2E3033"/>
                </a:solidFill>
                <a:effectLst/>
                <a:latin typeface="Arial" panose="020B0604020202020204" pitchFamily="34" charset="0"/>
              </a:rPr>
              <a:t>这个文档描述了如何配置你的</a:t>
            </a:r>
            <a:r>
              <a:rPr lang="en-US" altLang="zh-CN" b="0" i="0" dirty="0">
                <a:solidFill>
                  <a:srgbClr val="2E3033"/>
                </a:solidFill>
                <a:effectLst/>
                <a:latin typeface="Arial" panose="020B0604020202020204" pitchFamily="34" charset="0"/>
              </a:rPr>
              <a:t>PC</a:t>
            </a:r>
            <a:r>
              <a:rPr lang="zh-CN" altLang="en-US" b="0" i="0" dirty="0">
                <a:solidFill>
                  <a:srgbClr val="2E3033"/>
                </a:solidFill>
                <a:effectLst/>
                <a:latin typeface="Arial" panose="020B0604020202020204" pitchFamily="34" charset="0"/>
              </a:rPr>
              <a:t>，来访问</a:t>
            </a:r>
            <a:r>
              <a:rPr lang="en-US" altLang="zh-CN" b="0" i="0" dirty="0">
                <a:solidFill>
                  <a:srgbClr val="2E3033"/>
                </a:solidFill>
                <a:effectLst/>
                <a:latin typeface="Arial" panose="020B0604020202020204" pitchFamily="34" charset="0"/>
              </a:rPr>
              <a:t>API</a:t>
            </a:r>
            <a:r>
              <a:rPr lang="zh-CN" altLang="en-US" b="0" i="0" dirty="0">
                <a:solidFill>
                  <a:srgbClr val="2E3033"/>
                </a:solidFill>
                <a:effectLst/>
                <a:latin typeface="Arial" panose="020B0604020202020204" pitchFamily="34" charset="0"/>
              </a:rPr>
              <a:t>和测试</a:t>
            </a:r>
            <a:r>
              <a:rPr lang="en-US" altLang="zh-CN" b="0" i="0" dirty="0">
                <a:solidFill>
                  <a:srgbClr val="2E3033"/>
                </a:solidFill>
                <a:effectLst/>
                <a:latin typeface="Arial" panose="020B0604020202020204" pitchFamily="34" charset="0"/>
              </a:rPr>
              <a:t>API </a:t>
            </a:r>
            <a:r>
              <a:rPr lang="zh-CN" altLang="en-US" b="0" i="0" dirty="0">
                <a:solidFill>
                  <a:srgbClr val="2E3033"/>
                </a:solidFill>
                <a:effectLst/>
                <a:latin typeface="Arial" panose="020B0604020202020204" pitchFamily="34" charset="0"/>
              </a:rPr>
              <a:t>。</a:t>
            </a:r>
            <a:endParaRPr lang="en-US" altLang="zh-CN" sz="1800" b="0" i="0" u="none" strike="noStrike" dirty="0">
              <a:solidFill>
                <a:srgbClr val="404040"/>
              </a:solidFill>
              <a:effectLst/>
              <a:latin typeface="&amp;quot"/>
            </a:endParaRPr>
          </a:p>
          <a:p>
            <a:pPr algn="l">
              <a:spcBef>
                <a:spcPts val="600"/>
              </a:spcBef>
              <a:spcAft>
                <a:spcPts val="600"/>
              </a:spcAft>
              <a:buFont typeface="Arial" panose="020B0604020202020204" pitchFamily="34" charset="0"/>
              <a:buChar char="•"/>
            </a:pPr>
            <a:r>
              <a:rPr lang="en-US" altLang="zh-CN" sz="1800" b="0" i="0" u="none" strike="noStrike" dirty="0">
                <a:solidFill>
                  <a:srgbClr val="78A2D4"/>
                </a:solidFill>
                <a:effectLst/>
                <a:latin typeface="&amp;quot"/>
                <a:hlinkClick r:id="rId2"/>
              </a:rPr>
              <a:t>Configure your PC</a:t>
            </a:r>
            <a:r>
              <a:rPr lang="en-US" altLang="zh-CN" sz="1800" b="0" i="0" u="none" strike="noStrike" dirty="0">
                <a:solidFill>
                  <a:srgbClr val="404040"/>
                </a:solidFill>
                <a:effectLst/>
                <a:latin typeface="&amp;quot"/>
              </a:rPr>
              <a:t> </a:t>
            </a:r>
          </a:p>
          <a:p>
            <a:pPr algn="l">
              <a:spcBef>
                <a:spcPts val="600"/>
              </a:spcBef>
              <a:spcAft>
                <a:spcPts val="600"/>
              </a:spcAft>
              <a:buFont typeface="Arial" panose="020B0604020202020204" pitchFamily="34" charset="0"/>
              <a:buChar char="•"/>
            </a:pPr>
            <a:r>
              <a:rPr lang="en-US" altLang="zh-CN" sz="1800" b="0" i="0" u="none" strike="noStrike" dirty="0">
                <a:solidFill>
                  <a:srgbClr val="78A2D4"/>
                </a:solidFill>
                <a:effectLst/>
                <a:latin typeface="&amp;quot"/>
                <a:hlinkClick r:id="rId3"/>
              </a:rPr>
              <a:t>Testing the API from a Browser</a:t>
            </a:r>
            <a:r>
              <a:rPr lang="en-US" altLang="zh-CN" sz="1800" b="0" i="0" u="none" strike="noStrike" dirty="0">
                <a:solidFill>
                  <a:srgbClr val="404040"/>
                </a:solidFill>
                <a:effectLst/>
                <a:latin typeface="&amp;quot"/>
              </a:rPr>
              <a:t> </a:t>
            </a:r>
          </a:p>
          <a:p>
            <a:pPr algn="l">
              <a:spcBef>
                <a:spcPts val="600"/>
              </a:spcBef>
              <a:spcAft>
                <a:spcPts val="600"/>
              </a:spcAft>
              <a:buFont typeface="Arial" panose="020B0604020202020204" pitchFamily="34" charset="0"/>
              <a:buChar char="•"/>
            </a:pPr>
            <a:r>
              <a:rPr lang="en-US" altLang="zh-CN" sz="1800" b="0" i="0" u="none" strike="noStrike" dirty="0">
                <a:solidFill>
                  <a:srgbClr val="78A2D4"/>
                </a:solidFill>
                <a:effectLst/>
                <a:latin typeface="&amp;quot"/>
                <a:hlinkClick r:id="rId4"/>
              </a:rPr>
              <a:t>Testing the API from Another PC or Sample App</a:t>
            </a:r>
            <a:endParaRPr lang="en-US" altLang="zh-CN" sz="1800" b="0" i="0" u="none" strike="noStrike" dirty="0">
              <a:solidFill>
                <a:srgbClr val="404040"/>
              </a:solidFill>
              <a:effectLst/>
              <a:latin typeface="&amp;quot"/>
            </a:endParaRPr>
          </a:p>
        </p:txBody>
      </p:sp>
    </p:spTree>
    <p:extLst>
      <p:ext uri="{BB962C8B-B14F-4D97-AF65-F5344CB8AC3E}">
        <p14:creationId xmlns:p14="http://schemas.microsoft.com/office/powerpoint/2010/main" val="1192295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A07F19-FAB0-4EC4-8C91-3D1BE1E5B158}"/>
              </a:ext>
            </a:extLst>
          </p:cNvPr>
          <p:cNvSpPr txBox="1"/>
          <p:nvPr/>
        </p:nvSpPr>
        <p:spPr>
          <a:xfrm>
            <a:off x="304059" y="300854"/>
            <a:ext cx="11716305" cy="1477328"/>
          </a:xfrm>
          <a:prstGeom prst="rect">
            <a:avLst/>
          </a:prstGeom>
          <a:noFill/>
        </p:spPr>
        <p:txBody>
          <a:bodyPr wrap="square">
            <a:spAutoFit/>
          </a:bodyPr>
          <a:lstStyle/>
          <a:p>
            <a:r>
              <a:rPr lang="en-US" altLang="zh-CN" b="1" dirty="0"/>
              <a:t>Configure your PC</a:t>
            </a:r>
          </a:p>
          <a:p>
            <a:r>
              <a:rPr lang="en-US" altLang="zh-CN" dirty="0"/>
              <a:t>Before you can access the APIs, you must first configure the PC on which the BK Connect software is installed to open the port where the WCF service is hosted, namely port 9001.</a:t>
            </a:r>
          </a:p>
          <a:p>
            <a:r>
              <a:rPr lang="en-US" altLang="zh-CN" dirty="0">
                <a:solidFill>
                  <a:srgbClr val="D5791F"/>
                </a:solidFill>
                <a:effectLst/>
              </a:rPr>
              <a:t>✐</a:t>
            </a:r>
            <a:r>
              <a:rPr lang="en-US" altLang="zh-CN" dirty="0">
                <a:solidFill>
                  <a:srgbClr val="FF0000"/>
                </a:solidFill>
                <a:effectLst/>
              </a:rPr>
              <a:t> </a:t>
            </a:r>
            <a:r>
              <a:rPr lang="en-US" altLang="zh-CN" b="1" dirty="0">
                <a:solidFill>
                  <a:srgbClr val="D5791F"/>
                </a:solidFill>
                <a:effectLst/>
              </a:rPr>
              <a:t>Note:</a:t>
            </a:r>
            <a:r>
              <a:rPr lang="en-US" altLang="zh-CN" dirty="0">
                <a:solidFill>
                  <a:srgbClr val="D5791F"/>
                </a:solidFill>
                <a:effectLst/>
              </a:rPr>
              <a:t> BK Connect must be open.</a:t>
            </a:r>
            <a:r>
              <a:rPr lang="en-US" altLang="zh-CN" dirty="0"/>
              <a:t> </a:t>
            </a:r>
            <a:endParaRPr lang="en-US" altLang="zh-CN" dirty="0">
              <a:solidFill>
                <a:srgbClr val="D5791F"/>
              </a:solidFill>
              <a:effectLst/>
            </a:endParaRPr>
          </a:p>
          <a:p>
            <a:endParaRPr lang="zh-CN" altLang="en-US" dirty="0"/>
          </a:p>
        </p:txBody>
      </p:sp>
      <p:sp>
        <p:nvSpPr>
          <p:cNvPr id="8" name="Rectangle 1">
            <a:extLst>
              <a:ext uri="{FF2B5EF4-FFF2-40B4-BE49-F238E27FC236}">
                <a16:creationId xmlns:a16="http://schemas.microsoft.com/office/drawing/2014/main" id="{8063DB02-2155-4338-BCEC-14BD7548BC0B}"/>
              </a:ext>
            </a:extLst>
          </p:cNvPr>
          <p:cNvSpPr>
            <a:spLocks noChangeArrowheads="1"/>
          </p:cNvSpPr>
          <p:nvPr/>
        </p:nvSpPr>
        <p:spPr bwMode="auto">
          <a:xfrm>
            <a:off x="304059" y="1629430"/>
            <a:ext cx="6136552"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To enable the port:</a:t>
            </a:r>
            <a:endParaRPr kumimoji="0" lang="zh-CN"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zh-CN" altLang="zh-CN" sz="12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Search for the Command Prompt application by entering </a:t>
            </a:r>
            <a:r>
              <a:rPr kumimoji="0" lang="zh-CN" altLang="zh-CN" sz="1200" b="1"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cmd</a:t>
            </a:r>
            <a:r>
              <a:rPr kumimoji="0" lang="zh-CN" altLang="zh-CN" sz="12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zh-CN" altLang="zh-CN" sz="12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When the search results come up, right-click the application and select </a:t>
            </a:r>
            <a:r>
              <a:rPr kumimoji="0" lang="zh-CN" altLang="zh-CN" sz="1200" b="1"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Run as Administrator</a:t>
            </a:r>
            <a:r>
              <a:rPr kumimoji="0" lang="zh-CN" altLang="zh-CN" sz="12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zh-CN" altLang="zh-CN" sz="12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Type in the below command:</a:t>
            </a:r>
            <a:endParaRPr kumimoji="0" lang="zh-CN" altLang="zh-CN" sz="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netsh http add urlacl url=http://+:9001/ user=\Everyone</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or</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netsh http add urlacl url=http://localhost:9001/ user=DOMAIN\username</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or</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netsh http add urlacl url=http://localhost:9001/ user=\Everyone</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endParaRPr kumimoji="0" lang="zh-CN"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zh-CN" sz="12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4.</a:t>
            </a:r>
            <a:r>
              <a:rPr kumimoji="0" lang="zh-CN" altLang="zh-CN" sz="12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When the port is successfully added, close the Command Prompt.</a:t>
            </a:r>
          </a:p>
          <a:p>
            <a:pPr marL="0" marR="0" lvl="0" indent="0" algn="l" defTabSz="914400" rtl="0" eaLnBrk="0" fontAlgn="base" latinLnBrk="0" hangingPunct="0">
              <a:lnSpc>
                <a:spcPct val="100000"/>
              </a:lnSpc>
              <a:spcBef>
                <a:spcPct val="0"/>
              </a:spcBef>
              <a:spcAft>
                <a:spcPct val="0"/>
              </a:spcAft>
              <a:buClrTx/>
              <a:buSzTx/>
              <a:tabLst/>
            </a:pPr>
            <a:r>
              <a:rPr kumimoji="0" lang="en-US" altLang="zh-CN" sz="12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5.</a:t>
            </a:r>
            <a:r>
              <a:rPr kumimoji="0" lang="zh-CN" altLang="zh-CN" sz="12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Restart BK Connect.</a:t>
            </a:r>
            <a:endParaRPr kumimoji="0" lang="zh-CN" altLang="zh-CN" sz="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4665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D765E80-57DD-4594-81AB-13A898D75677}"/>
              </a:ext>
            </a:extLst>
          </p:cNvPr>
          <p:cNvSpPr>
            <a:spLocks noChangeArrowheads="1"/>
          </p:cNvSpPr>
          <p:nvPr/>
        </p:nvSpPr>
        <p:spPr bwMode="auto">
          <a:xfrm>
            <a:off x="319596" y="0"/>
            <a:ext cx="11097087" cy="6411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04704"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dirty="0">
                <a:ln>
                  <a:noFill/>
                </a:ln>
                <a:solidFill>
                  <a:srgbClr val="303030"/>
                </a:solidFill>
                <a:effectLst/>
                <a:latin typeface="Calibri" panose="020F0502020204030204" pitchFamily="34" charset="0"/>
                <a:cs typeface="Calibri" panose="020F0502020204030204" pitchFamily="34" charset="0"/>
              </a:rPr>
              <a:t>Testing the API from a Browser</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 few APIs are enabled to test from a browser or from client applications in Android™, iPhone® and Windows® smart devices.</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Open up any browser and use the below URLs to test the APIs:</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D5791F"/>
                </a:solidFill>
                <a:effectLst/>
                <a:latin typeface="Calibri" panose="020F0502020204030204" pitchFamily="34" charset="0"/>
                <a:cs typeface="Calibri" panose="020F0502020204030204" pitchFamily="34" charset="0"/>
              </a:rPr>
              <a:t>✐</a:t>
            </a:r>
            <a:r>
              <a:rPr kumimoji="0" lang="zh-CN" altLang="zh-CN" sz="1200" b="0" i="0" u="none" strike="noStrike" cap="none" normalizeH="0" baseline="0" dirty="0">
                <a:ln>
                  <a:noFill/>
                </a:ln>
                <a:solidFill>
                  <a:srgbClr val="FF0000"/>
                </a:solidFill>
                <a:effectLst/>
                <a:latin typeface="Calibri" panose="020F0502020204030204" pitchFamily="34" charset="0"/>
                <a:cs typeface="Calibri" panose="020F0502020204030204" pitchFamily="34" charset="0"/>
              </a:rPr>
              <a:t> </a:t>
            </a:r>
            <a:r>
              <a:rPr kumimoji="0" lang="zh-CN" altLang="zh-CN" sz="1200" b="1" i="0" u="none" strike="noStrike" cap="none" normalizeH="0" baseline="0" dirty="0">
                <a:ln>
                  <a:noFill/>
                </a:ln>
                <a:solidFill>
                  <a:srgbClr val="D5791F"/>
                </a:solidFill>
                <a:effectLst/>
                <a:latin typeface="Calibri" panose="020F0502020204030204" pitchFamily="34" charset="0"/>
                <a:cs typeface="Calibri" panose="020F0502020204030204" pitchFamily="34" charset="0"/>
              </a:rPr>
              <a:t>Note:</a:t>
            </a:r>
            <a:r>
              <a:rPr kumimoji="0" lang="zh-CN" altLang="zh-CN" sz="1200" b="0" i="0" u="none" strike="noStrike" cap="none" normalizeH="0" baseline="0" dirty="0">
                <a:ln>
                  <a:noFill/>
                </a:ln>
                <a:solidFill>
                  <a:srgbClr val="D5791F"/>
                </a:solidFill>
                <a:effectLst/>
                <a:latin typeface="Calibri" panose="020F0502020204030204" pitchFamily="34" charset="0"/>
                <a:cs typeface="Calibri" panose="020F0502020204030204" pitchFamily="34" charset="0"/>
              </a:rPr>
              <a:t> BK Connect must be started before starting a test.</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endParaRPr kumimoji="0" lang="zh-CN" altLang="zh-CN" sz="1600" b="0" i="0" u="none" strike="noStrike" cap="none" normalizeH="0" baseline="0" dirty="0">
              <a:ln>
                <a:noFill/>
              </a:ln>
              <a:solidFill>
                <a:srgbClr val="303030"/>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303030"/>
                </a:solidFill>
                <a:effectLst/>
                <a:latin typeface="Calibri" panose="020F0502020204030204" pitchFamily="34" charset="0"/>
                <a:cs typeface="Calibri" panose="020F0502020204030204" pitchFamily="34" charset="0"/>
              </a:rPr>
              <a:t>Program Service</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2"/>
              </a:rPr>
              <a:t>http://localhost:9001/ProgramService/LoadProject?name=ProjectName</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3"/>
              </a:rPr>
              <a:t>http://localhost:9001/ProgramService/LoadTemplate?name=TemplateName</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endParaRPr kumimoji="0" lang="zh-CN" altLang="zh-CN" sz="1600" b="0" i="0" u="none" strike="noStrike" cap="none" normalizeH="0" baseline="0" dirty="0">
              <a:ln>
                <a:noFill/>
              </a:ln>
              <a:solidFill>
                <a:srgbClr val="303030"/>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303030"/>
                </a:solidFill>
                <a:effectLst/>
                <a:latin typeface="Calibri" panose="020F0502020204030204" pitchFamily="34" charset="0"/>
                <a:cs typeface="Calibri" panose="020F0502020204030204" pitchFamily="34" charset="0"/>
              </a:rPr>
              <a:t>Data Recorder Service</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The Data Recorder task must be opened in BK Connect before testing from a browser.</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4"/>
              </a:rPr>
              <a:t>http://localhost:9001/DataRecorderService/StartRecorder</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5"/>
              </a:rPr>
              <a:t>http://localhost:9001/DataRecorderService/StopRecorder</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6"/>
              </a:rPr>
              <a:t>http://localhost:9001/DataRecorderService/ResetMonitor</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7"/>
              </a:rPr>
              <a:t>http://localhost:9001/DataRecorderService/ManualStart</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8"/>
              </a:rPr>
              <a:t>http://localhost:9001/DataRecorderService/ManualStop</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9"/>
              </a:rPr>
              <a:t>http://localhost:9001/DataRecorderService/DeleteLatest</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10"/>
              </a:rPr>
              <a:t>http://localhost:9001/DataRecorderService/get_RecordingDirectory</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11"/>
              </a:rPr>
              <a:t>http://localhost:9001/DataRecorderService/set_RecordingDirectory?value=newPath</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12"/>
              </a:rPr>
              <a:t>http://localhost:9001/DataRecorderService/get_RecordingFileName</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13"/>
              </a:rPr>
              <a:t>http://localhost:9001/DataRecorderService/set_RecordingFileName?value=newPath</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14"/>
              </a:rPr>
              <a:t>http://localhost:9001/DataRecorderService/get_RecordingNumber</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15"/>
              </a:rPr>
              <a:t>http://localhost:9001/DataRecorderService/get_FullRecordingFileName</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16"/>
              </a:rPr>
              <a:t>http://localhost:9001/DataRecorderService/get_Recording</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17"/>
              </a:rPr>
              <a:t>http://localhost:9001/DataRecorderService/set_Recording?value=newPath</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18"/>
              </a:rPr>
              <a:t>http://localhost:9001/DataRecorderService/get_AutoPack</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19"/>
              </a:rPr>
              <a:t>http://localhost:9001/DataRecorderService/set_AutoPack?value=true/false</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20"/>
              </a:rPr>
              <a:t>http://localhost:9001/DataRecorderService/get_AutoStore</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21"/>
              </a:rPr>
              <a:t>http://localhost:9001/DataRecorderService/set_AutoStore?value=true/false</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22"/>
              </a:rPr>
              <a:t>http://localhost:9001/DataRecorderService/set_Marker?value=newName</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23"/>
              </a:rPr>
              <a:t>http://localhost:9001/DataRecorderService/get_Marker</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24"/>
              </a:rPr>
              <a:t>http://localhost:9001/DataRecorderService/AddMarker</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25"/>
              </a:rPr>
              <a:t>http://localhost:9001/DataRecorderService/DeleteMarker</a:t>
            </a:r>
            <a:r>
              <a:rPr kumimoji="0" lang="zh-CN" altLang="zh-CN"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endParaRPr kumimoji="0" lang="zh-CN" altLang="zh-CN" sz="1600" b="0" i="0" u="none" strike="noStrike" cap="none" normalizeH="0" baseline="0" dirty="0">
              <a:ln>
                <a:noFill/>
              </a:ln>
              <a:solidFill>
                <a:srgbClr val="303030"/>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97624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4215A2-571E-4AA4-8BBF-58C1EB48EFF4}"/>
              </a:ext>
            </a:extLst>
          </p:cNvPr>
          <p:cNvSpPr txBox="1"/>
          <p:nvPr/>
        </p:nvSpPr>
        <p:spPr>
          <a:xfrm>
            <a:off x="472736" y="141030"/>
            <a:ext cx="11565384" cy="332398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303030"/>
                </a:solidFill>
                <a:effectLst/>
                <a:latin typeface="Calibri" panose="020F0502020204030204" pitchFamily="34" charset="0"/>
                <a:cs typeface="Calibri" panose="020F0502020204030204" pitchFamily="34" charset="0"/>
              </a:rPr>
              <a:t>Trigger Setup Service</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The Data Recorder task must be opened in BK Connect before testing from a browser.</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2"/>
              </a:rPr>
              <a:t>http://localhost:9001/TriggerSetupService/SetTrigger?triggerProperties=”xml”</a:t>
            </a:r>
            <a:r>
              <a:rPr kumimoji="0" lang="zh-CN" altLang="zh-CN"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Sample xml for a signal trigger:</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&lt;</a:t>
            </a:r>
            <a:r>
              <a:rPr kumimoji="0" lang="zh-CN" altLang="zh-CN" sz="1200" b="0" i="0" u="none" strike="noStrike" cap="none" normalizeH="0" baseline="0" dirty="0">
                <a:ln>
                  <a:noFill/>
                </a:ln>
                <a:solidFill>
                  <a:srgbClr val="0F4F8C"/>
                </a:solidFill>
                <a:effectLst/>
                <a:latin typeface="Courier New" panose="02070309020205020404" pitchFamily="49" charset="0"/>
                <a:cs typeface="Courier New" panose="02070309020205020404" pitchFamily="49" charset="0"/>
              </a:rPr>
              <a:t>TriggerProperties</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Type="</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eSignalTrigger</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Name="</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Trigger 1</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Level="</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1</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Hysteresis="</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0.5</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SelectedSignal="</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Signal 1</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Holdoff="</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0.1</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Delay="</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0</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Slope="</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ePositive</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/&gt;</a:t>
            </a:r>
            <a:r>
              <a:rPr kumimoji="0" lang="zh-CN" altLang="zh-CN"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Sample xml for a speed trigger:</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&lt;</a:t>
            </a:r>
            <a:r>
              <a:rPr kumimoji="0" lang="zh-CN" altLang="zh-CN" sz="1200" b="0" i="0" u="none" strike="noStrike" cap="none" normalizeH="0" baseline="0" dirty="0">
                <a:ln>
                  <a:noFill/>
                </a:ln>
                <a:solidFill>
                  <a:srgbClr val="0F4F8C"/>
                </a:solidFill>
                <a:effectLst/>
                <a:latin typeface="Courier New" panose="02070309020205020404" pitchFamily="49" charset="0"/>
                <a:cs typeface="Courier New" panose="02070309020205020404" pitchFamily="49" charset="0"/>
              </a:rPr>
              <a:t>TriggerProperties</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Type="</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eSpeedTrigger</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Name="</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Trigger 1</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Hysteresis="</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0.5</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Holdoff="</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0.1</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Delay="</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0</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SelectedTachoSignal="</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Tacho 1</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Speed="</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2000</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Direction="</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eUp</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"/&gt;</a:t>
            </a:r>
            <a:r>
              <a:rPr kumimoji="0" lang="zh-CN" altLang="zh-CN"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Sample xml for a manual trigger:</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&lt;</a:t>
            </a:r>
            <a:r>
              <a:rPr kumimoji="0" lang="zh-CN" altLang="zh-CN" sz="1200" b="0" i="0" u="none" strike="noStrike" cap="none" normalizeH="0" baseline="0" dirty="0">
                <a:ln>
                  <a:noFill/>
                </a:ln>
                <a:solidFill>
                  <a:srgbClr val="0F4F8C"/>
                </a:solidFill>
                <a:effectLst/>
                <a:latin typeface="Courier New" panose="02070309020205020404" pitchFamily="49" charset="0"/>
                <a:cs typeface="Courier New" panose="02070309020205020404" pitchFamily="49" charset="0"/>
              </a:rPr>
              <a:t>TriggerProperties</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Type="</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eManualTrigger</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Name="</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Trigger 1</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Delay="</a:t>
            </a:r>
            <a:r>
              <a:rPr kumimoji="0" lang="zh-CN" altLang="zh-CN" sz="1200" b="0" i="0" u="none" strike="noStrike" cap="none" normalizeH="0" baseline="0" dirty="0">
                <a:ln>
                  <a:noFill/>
                </a:ln>
                <a:solidFill>
                  <a:srgbClr val="BC0014"/>
                </a:solidFill>
                <a:effectLst/>
                <a:latin typeface="Courier New" panose="02070309020205020404" pitchFamily="49" charset="0"/>
                <a:cs typeface="Courier New" panose="02070309020205020404" pitchFamily="49" charset="0"/>
              </a:rPr>
              <a:t>0</a:t>
            </a:r>
            <a:r>
              <a:rPr kumimoji="0" lang="zh-CN" altLang="zh-CN"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"/&gt;</a:t>
            </a:r>
            <a:r>
              <a:rPr kumimoji="0" lang="zh-CN" altLang="zh-CN"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endParaRPr kumimoji="0" lang="zh-CN" altLang="zh-CN"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45062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8BC93C-4330-4A0B-ADBD-31D5F86C0150}"/>
              </a:ext>
            </a:extLst>
          </p:cNvPr>
          <p:cNvSpPr txBox="1"/>
          <p:nvPr/>
        </p:nvSpPr>
        <p:spPr>
          <a:xfrm>
            <a:off x="250794" y="226276"/>
            <a:ext cx="11157012" cy="2862322"/>
          </a:xfrm>
          <a:prstGeom prst="rect">
            <a:avLst/>
          </a:prstGeom>
          <a:noFill/>
        </p:spPr>
        <p:txBody>
          <a:bodyPr wrap="square">
            <a:spAutoFit/>
          </a:bodyPr>
          <a:lstStyle/>
          <a:p>
            <a:r>
              <a:rPr lang="en-US" altLang="zh-CN" b="1" dirty="0"/>
              <a:t>Testing the API from Another PC or Sample App</a:t>
            </a:r>
          </a:p>
          <a:p>
            <a:r>
              <a:rPr lang="en-US" altLang="zh-CN" dirty="0"/>
              <a:t>A few APIs are enabled to test from a browser or from client applications in Android™, iPhone® and Windows® smart device.</a:t>
            </a:r>
          </a:p>
          <a:p>
            <a:r>
              <a:rPr lang="en-US" altLang="zh-CN" dirty="0"/>
              <a:t>To test from another PC or sample Android, iOS or Windows smart device (tablet or smartphone) application, you need to consume the API differently:</a:t>
            </a:r>
          </a:p>
          <a:p>
            <a:pPr>
              <a:buFont typeface="+mj-lt"/>
              <a:buAutoNum type="arabicPeriod"/>
            </a:pPr>
            <a:r>
              <a:rPr lang="en-US" altLang="zh-CN" dirty="0"/>
              <a:t>Ensure both devices (host PC and testing PC/smartphone) are connected to the same network domain. </a:t>
            </a:r>
          </a:p>
          <a:p>
            <a:r>
              <a:rPr lang="en-US" altLang="zh-CN" dirty="0"/>
              <a:t>2.Switch of your firewall for private/domain network on the host PC. </a:t>
            </a:r>
          </a:p>
          <a:p>
            <a:r>
              <a:rPr lang="en-US" altLang="zh-CN" dirty="0">
                <a:solidFill>
                  <a:srgbClr val="D5791F"/>
                </a:solidFill>
                <a:effectLst/>
              </a:rPr>
              <a:t>✐</a:t>
            </a:r>
            <a:r>
              <a:rPr lang="en-US" altLang="zh-CN" dirty="0">
                <a:solidFill>
                  <a:srgbClr val="FF0000"/>
                </a:solidFill>
                <a:effectLst/>
              </a:rPr>
              <a:t> </a:t>
            </a:r>
            <a:r>
              <a:rPr lang="en-US" altLang="zh-CN" b="1" dirty="0">
                <a:solidFill>
                  <a:srgbClr val="D5791F"/>
                </a:solidFill>
                <a:effectLst/>
              </a:rPr>
              <a:t>Note:</a:t>
            </a:r>
            <a:r>
              <a:rPr lang="en-US" altLang="zh-CN" dirty="0">
                <a:solidFill>
                  <a:srgbClr val="D5791F"/>
                </a:solidFill>
                <a:effectLst/>
              </a:rPr>
              <a:t> Firewalls can be configured to trust the inbound calls on the 9001 port. Configuration of firewalls is not included in this document.</a:t>
            </a:r>
            <a:r>
              <a:rPr lang="en-US" altLang="zh-CN" dirty="0"/>
              <a:t> </a:t>
            </a:r>
          </a:p>
          <a:p>
            <a:r>
              <a:rPr lang="en-US" altLang="zh-CN" dirty="0"/>
              <a:t>3.Replace the “localhost” with the IP address of the PC where BK Connect is running.</a:t>
            </a:r>
            <a:endParaRPr lang="zh-CN" altLang="en-US" dirty="0"/>
          </a:p>
        </p:txBody>
      </p:sp>
    </p:spTree>
    <p:extLst>
      <p:ext uri="{BB962C8B-B14F-4D97-AF65-F5344CB8AC3E}">
        <p14:creationId xmlns:p14="http://schemas.microsoft.com/office/powerpoint/2010/main" val="2667993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3148</Words>
  <Application>Microsoft Office PowerPoint</Application>
  <PresentationFormat>Widescreen</PresentationFormat>
  <Paragraphs>76</Paragraphs>
  <Slides>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&amp;quot</vt:lpstr>
      <vt:lpstr>等线</vt:lpstr>
      <vt:lpstr>等线 Light</vt:lpstr>
      <vt:lpstr>SimSun</vt:lpstr>
      <vt:lpstr>Arial</vt:lpstr>
      <vt:lpstr>Calibri</vt:lpstr>
      <vt:lpstr>Courier New</vt:lpstr>
      <vt:lpstr>Office Theme</vt:lpstr>
      <vt:lpstr>BK Connect API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Sizhen Fang</dc:creator>
  <cp:lastModifiedBy>Sizhen Fang</cp:lastModifiedBy>
  <cp:revision>3</cp:revision>
  <dcterms:created xsi:type="dcterms:W3CDTF">2020-06-29T14:48:05Z</dcterms:created>
  <dcterms:modified xsi:type="dcterms:W3CDTF">2020-06-29T15:02:43Z</dcterms:modified>
</cp:coreProperties>
</file>